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ns0:Relationship Id="rId2" Type="http://schemas.openxmlformats.org/package/2006/relationships/metadata/thumbnail" Target="docProps/thumbnail.jpeg" /><ns0:Relationship Id="rId3" Type="http://schemas.openxmlformats.org/package/2006/relationships/metadata/core-properties" Target="docProps/core.xml" /><ns0:Relationship Id="rId4" Type="http://schemas.openxmlformats.org/officeDocument/2006/relationships/extended-properties" Target="docProps/app.xml" /></ns0: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/ns0:Relationships>
</file>

<file path=ppt/slideLayouts/_rels/slideLayout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3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4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5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6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7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8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9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0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slideLayout" Target="../slideLayouts/slideLayout2.xml" /><ns0:Relationship Id="rId3" Type="http://schemas.openxmlformats.org/officeDocument/2006/relationships/slideLayout" Target="../slideLayouts/slideLayout3.xml" /><ns0:Relationship Id="rId4" Type="http://schemas.openxmlformats.org/officeDocument/2006/relationships/slideLayout" Target="../slideLayouts/slideLayout4.xml" /><ns0:Relationship Id="rId5" Type="http://schemas.openxmlformats.org/officeDocument/2006/relationships/slideLayout" Target="../slideLayouts/slideLayout5.xml" /><ns0:Relationship Id="rId6" Type="http://schemas.openxmlformats.org/officeDocument/2006/relationships/slideLayout" Target="../slideLayouts/slideLayout6.xml" /><ns0:Relationship Id="rId7" Type="http://schemas.openxmlformats.org/officeDocument/2006/relationships/slideLayout" Target="../slideLayouts/slideLayout7.xml" /><ns0:Relationship Id="rId8" Type="http://schemas.openxmlformats.org/officeDocument/2006/relationships/slideLayout" Target="../slideLayouts/slideLayout8.xml" /><ns0:Relationship Id="rId9" Type="http://schemas.openxmlformats.org/officeDocument/2006/relationships/slideLayout" Target="../slideLayouts/slideLayout9.xml" /><ns0:Relationship Id="rId10" Type="http://schemas.openxmlformats.org/officeDocument/2006/relationships/slideLayout" Target="../slideLayouts/slideLayout10.xml" /><ns0:Relationship Id="rId11" Type="http://schemas.openxmlformats.org/officeDocument/2006/relationships/slideLayout" Target="../slideLayouts/slideLayout11.xml" /><ns0:Relationship Id="rId12" Type="http://schemas.openxmlformats.org/officeDocument/2006/relationships/theme" Target="../theme/theme1.xml" /></ns0: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/ns0:Relationships>
</file>

<file path=ppt/slides/_rels/slide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/ns0: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/>
            </a:pPr>
            <a:r>
              <a:t>智能产品演示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2025 年度新品发布</a:t>
            </a:r>
          </a:p>
          <a:p>
            <a:r>
              <a:t>AI 驱动的下一代解决方案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核心功能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/>
            </a:pPr>
            <a:r>
              <a:t>• 智能识别与理解</a:t>
            </a:r>
          </a:p>
          <a:p>
            <a:pPr>
              <a:defRPr sz="2400"/>
            </a:pPr>
            <a:r>
              <a:t>• 毫秒级响应速度</a:t>
            </a:r>
          </a:p>
          <a:p>
            <a:pPr>
              <a:defRPr sz="2400"/>
            </a:pPr>
            <a:r>
              <a:t>• 多语言自然交互</a:t>
            </a:r>
          </a:p>
          <a:p>
            <a:pPr>
              <a:defRPr sz="2400"/>
            </a:pPr>
            <a:r>
              <a:t>• 安全可靠的架构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title/>
  <dc:subject/>
  <dc:creator/>
  <ns0:keywords/>
  <dc:description>generated using python-pptx</dc:description>
  <ns0:lastModifiedBy/>
  <ns0:revision>1</ns0:revision>
  <ns2:created xsi:type="dcterms:W3CDTF">2013-01-27T09:14:16Z</ns2:created>
  <ns2:modified xsi:type="dcterms:W3CDTF">2013-01-27T09:15:58Z</ns2:modified>
  <ns0:category/>
</ns0:coreProperties>
</file>